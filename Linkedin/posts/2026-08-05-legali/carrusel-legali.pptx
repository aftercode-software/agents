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3c8ee18ac34475" /><Relationship Type="http://schemas.openxmlformats.org/officeDocument/2006/relationships/extended-properties" Target="/docProps/app.xml" Id="Rccde166834644ab0" /><Relationship Type="http://schemas.openxmlformats.org/officeDocument/2006/relationships/officeDocument" Target="/ppt/presentation.xml" Id="Reb69edd9825549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51211267d94eec"/>
  </p:sldMasterIdLst>
  <p:notesMasterIdLst>
    <p:notesMasterId xmlns:r="http://schemas.openxmlformats.org/officeDocument/2006/relationships" r:id="Rd72c701659e748e1"/>
  </p:notesMasterIdLst>
  <p:sldIdLst>
    <p:sldId xmlns:r="http://schemas.openxmlformats.org/officeDocument/2006/relationships" id="256" r:id="R6e026e6f7a954b21"/>
    <p:sldId xmlns:r="http://schemas.openxmlformats.org/officeDocument/2006/relationships" id="257" r:id="Rafcc63e0e2374dc8"/>
    <p:sldId xmlns:r="http://schemas.openxmlformats.org/officeDocument/2006/relationships" id="258" r:id="Rcf32745cab2849a5"/>
    <p:sldId xmlns:r="http://schemas.openxmlformats.org/officeDocument/2006/relationships" id="259" r:id="R097b3de8c7584b28"/>
    <p:sldId xmlns:r="http://schemas.openxmlformats.org/officeDocument/2006/relationships" id="260" r:id="R6209c2a7d6154afd"/>
  </p:sldIdLst>
  <p:sldSz cx="11430000" cy="1143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f1f6aa4caf4380" /><Relationship Type="http://schemas.openxmlformats.org/officeDocument/2006/relationships/slideMaster" Target="/ppt/slideMasters/slideMaster1.xml" Id="R0451211267d94eec" /><Relationship Type="http://schemas.openxmlformats.org/officeDocument/2006/relationships/notesMaster" Target="/ppt/notesMasters/notesMaster1.xml" Id="Rd72c701659e748e1" /><Relationship Type="http://schemas.openxmlformats.org/officeDocument/2006/relationships/presProps" Target="/ppt/presProps.xml" Id="Rc37d845a1d9c4501" /><Relationship Type="http://schemas.openxmlformats.org/officeDocument/2006/relationships/tableStyles" Target="/ppt/tableStyles.xml" Id="R0e38b26f17b44cbd" /><Relationship Type="http://schemas.openxmlformats.org/officeDocument/2006/relationships/slide" Target="/ppt/slides/slide1.xml" Id="R6e026e6f7a954b21" /><Relationship Type="http://schemas.openxmlformats.org/officeDocument/2006/relationships/slide" Target="/ppt/slides/slide2.xml" Id="Rafcc63e0e2374dc8" /><Relationship Type="http://schemas.openxmlformats.org/officeDocument/2006/relationships/slide" Target="/ppt/slides/slide3.xml" Id="Rcf32745cab2849a5" /><Relationship Type="http://schemas.openxmlformats.org/officeDocument/2006/relationships/slide" Target="/ppt/slides/slide4.xml" Id="R097b3de8c7584b28" /><Relationship Type="http://schemas.openxmlformats.org/officeDocument/2006/relationships/slide" Target="/ppt/slides/slide5.xml" Id="R6209c2a7d6154a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e046ec24054e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958c6fe8dd47dd" /><Relationship Type="http://schemas.openxmlformats.org/officeDocument/2006/relationships/notesMaster" Target="/ppt/notesMasters/notesMaster1.xml" Id="Rfb4f37c68a734b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8d63ef3493473c" /><Relationship Type="http://schemas.openxmlformats.org/officeDocument/2006/relationships/notesMaster" Target="/ppt/notesMasters/notesMaster1.xml" Id="R2c6b1ca00a384f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1a210a5a194c5d" /><Relationship Type="http://schemas.openxmlformats.org/officeDocument/2006/relationships/notesMaster" Target="/ppt/notesMasters/notesMaster1.xml" Id="R60f892b856af47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59e7f9b8dd4db9" /><Relationship Type="http://schemas.openxmlformats.org/officeDocument/2006/relationships/notesMaster" Target="/ppt/notesMasters/notesMaster1.xml" Id="Rc151a41cbdd245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9e66dec82746fc" /><Relationship Type="http://schemas.openxmlformats.org/officeDocument/2006/relationships/notesMaster" Target="/ppt/notesMasters/notesMaster1.xml" Id="R334da1498ee5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74612640141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876a3f00da4e60" /><Relationship Type="http://schemas.openxmlformats.org/officeDocument/2006/relationships/slideLayout" Target="/ppt/slideLayouts/slideLayout1.xml" Id="Rdf42de29045c43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42de29045c43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b00d115014b75" /><Relationship Type="http://schemas.openxmlformats.org/officeDocument/2006/relationships/image" Target="/ppt/media/image.png" Id="R05cb136133d241ff" /><Relationship Type="http://schemas.openxmlformats.org/officeDocument/2006/relationships/notesSlide" Target="/ppt/notesSlides/notesSlide1.xml" Id="Rfceabaec479d42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0defbe93b463e" /><Relationship Type="http://schemas.openxmlformats.org/officeDocument/2006/relationships/image" Target="/ppt/media/image2.png" Id="R716e6b537c524de7" /><Relationship Type="http://schemas.openxmlformats.org/officeDocument/2006/relationships/notesSlide" Target="/ppt/notesSlides/notesSlide2.xml" Id="Rae31dba3726943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65ad7ed0e4325" /><Relationship Type="http://schemas.openxmlformats.org/officeDocument/2006/relationships/image" Target="/ppt/media/image3.png" Id="Rc165d7e011e24a70" /><Relationship Type="http://schemas.openxmlformats.org/officeDocument/2006/relationships/notesSlide" Target="/ppt/notesSlides/notesSlide3.xml" Id="R8013b11789374f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db585a76b4f0f" /><Relationship Type="http://schemas.openxmlformats.org/officeDocument/2006/relationships/image" Target="/ppt/media/image4.png" Id="R86035535380c442a" /><Relationship Type="http://schemas.openxmlformats.org/officeDocument/2006/relationships/notesSlide" Target="/ppt/notesSlides/notesSlide4.xml" Id="R1b0f3abee95b49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39da0e89f4519" /><Relationship Type="http://schemas.openxmlformats.org/officeDocument/2006/relationships/notesSlide" Target="/ppt/notesSlides/notesSlide5.xml" Id="Re723d0a24e8a4d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14571-0A25-4CF4-8F56-E2944BE6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88F5"/>
                </a:solidFill>
              </a:defRPr>
            </a:pPr>
            <a:r>
              <a:rPr sz="1650" b="1">
                <a:solidFill>
                  <a:srgbClr val="2488F5"/>
                </a:solidFill>
              </a:rPr>
              <a:t>LEGALI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0ACF1-8C89-4E23-9944-34CE5FA5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28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114"/>
                </a:solidFill>
              </a:defRPr>
            </a:pPr>
            <a:r>
              <a:rPr sz="4500" b="1">
                <a:solidFill>
                  <a:srgbClr val="101114"/>
                </a:solidFill>
              </a:rPr>
              <a:t>No todas las tareas</a:t>
            </a:r>
          </a:p>
          <a:p xmlns:a="http://schemas.openxmlformats.org/drawingml/2006/main">
            <a:pPr algn="l">
              <a:defRPr sz="4500" b="1">
                <a:solidFill>
                  <a:srgbClr val="101114"/>
                </a:solidFill>
              </a:defRPr>
            </a:pPr>
            <a:r>
              <a:rPr sz="4500" b="1">
                <a:solidFill>
                  <a:srgbClr val="101114"/>
                </a:solidFill>
              </a:rPr>
              <a:t>de una profesión</a:t>
            </a:r>
          </a:p>
          <a:p xmlns:a="http://schemas.openxmlformats.org/drawingml/2006/main">
            <a:pPr algn="l">
              <a:defRPr sz="4500" b="1">
                <a:solidFill>
                  <a:srgbClr val="101114"/>
                </a:solidFill>
              </a:defRPr>
            </a:pPr>
            <a:r>
              <a:rPr sz="4500" b="1">
                <a:solidFill>
                  <a:srgbClr val="101114"/>
                </a:solidFill>
              </a:rPr>
              <a:t>requieren el mismo</a:t>
            </a:r>
          </a:p>
          <a:p xmlns:a="http://schemas.openxmlformats.org/drawingml/2006/main">
            <a:pPr algn="l">
              <a:defRPr sz="4500" b="1">
                <a:solidFill>
                  <a:srgbClr val="101114"/>
                </a:solidFill>
              </a:defRPr>
            </a:pPr>
            <a:r>
              <a:rPr sz="4500" b="1">
                <a:solidFill>
                  <a:srgbClr val="101114"/>
                </a:solidFill>
              </a:rPr>
              <a:t>tipo de atención.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FDC4C-BA4C-4467-BB0C-71660AB1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B7280"/>
                </a:solidFill>
              </a:defRPr>
            </a:pPr>
            <a:r>
              <a:rPr sz="2100" b="0">
                <a:solidFill>
                  <a:srgbClr val="6B7280"/>
                </a:solidFill>
              </a:rPr>
              <a:t>Algunas requieren criterio.</a:t>
            </a:r>
          </a:p>
          <a:p xmlns:a="http://schemas.openxmlformats.org/drawingml/2006/main">
            <a:pPr algn="l">
              <a:defRPr sz="2100" b="0">
                <a:solidFill>
                  <a:srgbClr val="6B7280"/>
                </a:solidFill>
              </a:defRPr>
            </a:pPr>
            <a:r>
              <a:rPr sz="2100" b="0">
                <a:solidFill>
                  <a:srgbClr val="6B7280"/>
                </a:solidFill>
              </a:rPr>
              <a:t>Otras son necesarias, pero repetitivas.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93061-6B44-46B8-818C-B7763CEE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0"/>
            <a:ext cx="4000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C20FB-BDF3-4E6C-B590-A6D6DF8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Un caso de tecnología aplicada a un proceso real.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0EE29-B8EF-4565-8992-3577DB05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04900"/>
            <a:ext cx="3429000" cy="6858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b136133d241ff"/>
          <a:stretch xmlns:a="http://schemas.openxmlformats.org/drawingml/2006/main"/>
        </p:blipFill>
        <p:spPr>
          <a:xfrm xmlns:a="http://schemas.openxmlformats.org/drawingml/2006/main">
            <a:off x="7334250" y="3725665"/>
            <a:ext cx="3048000" cy="169267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67CFE-2A37-44CE-81AF-C06776E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240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Software que devuelve tiempo.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745B4-A692-4604-8888-00ADA74E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44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AFTERCODE  /  LEGALI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DEFE2-8C30-4C3A-8249-1761268C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744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79326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56020-18D8-4622-9B60-E2EEA22E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88F5"/>
                </a:solidFill>
              </a:defRPr>
            </a:pPr>
            <a:r>
              <a:rPr sz="1350" b="1">
                <a:solidFill>
                  <a:srgbClr val="2488F5"/>
                </a:solidFill>
              </a:rPr>
              <a:t>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F7DC3-999E-41E3-8232-1D09E0CB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114"/>
                </a:solidFill>
              </a:defRPr>
            </a:pPr>
            <a:r>
              <a:rPr sz="4200" b="1">
                <a:solidFill>
                  <a:srgbClr val="101114"/>
                </a:solidFill>
              </a:rPr>
              <a:t>Hay tareas necesarias</a:t>
            </a:r>
          </a:p>
          <a:p xmlns:a="http://schemas.openxmlformats.org/drawingml/2006/main">
            <a:pPr algn="l">
              <a:defRPr sz="4200" b="1">
                <a:solidFill>
                  <a:srgbClr val="101114"/>
                </a:solidFill>
              </a:defRPr>
            </a:pPr>
            <a:r>
              <a:rPr sz="4200" b="1">
                <a:solidFill>
                  <a:srgbClr val="101114"/>
                </a:solidFill>
              </a:rPr>
              <a:t>que consumen horas.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18044-BDAD-49E6-BA70-B90A95CC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B7280"/>
                </a:solidFill>
              </a:defRPr>
            </a:pPr>
            <a:r>
              <a:rPr sz="1875" b="0">
                <a:solidFill>
                  <a:srgbClr val="6B7280"/>
                </a:solidFill>
              </a:rPr>
              <a:t>Generar boletas, preparar cédulas, confeccionar escritos</a:t>
            </a:r>
          </a:p>
          <a:p xmlns:a="http://schemas.openxmlformats.org/drawingml/2006/main">
            <a:pPr algn="l">
              <a:defRPr sz="1875" b="0">
                <a:solidFill>
                  <a:srgbClr val="6B7280"/>
                </a:solidFill>
              </a:defRPr>
            </a:pPr>
            <a:r>
              <a:rPr sz="1875" b="0">
                <a:solidFill>
                  <a:srgbClr val="6B7280"/>
                </a:solidFill>
              </a:rPr>
              <a:t>e iniciar expedientes puede convertirse en una rutina interminable.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A6894-5DB6-449C-A346-3E538FC3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88F5"/>
                </a:solidFill>
              </a:defRPr>
            </a:pPr>
            <a:r>
              <a:rPr sz="1500" b="1">
                <a:solidFill>
                  <a:srgbClr val="2488F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E6F92-2CA2-4DE7-A63E-D3D911EB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4953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02F58-F09D-444D-B6C5-F51685E8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Generar boletas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44DB3-D069-4DFD-83D3-D6955930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88F5"/>
                </a:solidFill>
              </a:defRPr>
            </a:pPr>
            <a:r>
              <a:rPr sz="1500" b="1">
                <a:solidFill>
                  <a:srgbClr val="2488F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42E44-4B97-4A68-8F5A-4CF1DC92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38850"/>
            <a:ext cx="4953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F774E-D03D-4E92-9726-D1F75938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626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Preparar cédulas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1A55F-011A-4206-9FC7-9680FD2C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88F5"/>
                </a:solidFill>
              </a:defRPr>
            </a:pPr>
            <a:r>
              <a:rPr sz="1500" b="1">
                <a:solidFill>
                  <a:srgbClr val="2488F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0F18D-78CD-44C6-86BC-0BEB7B67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05650"/>
            <a:ext cx="4953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75B9D-C554-4367-B771-6BE563C7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294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Confeccionar escritos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7B30A-DDB5-4479-BEDB-D63AE39D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53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88F5"/>
                </a:solidFill>
              </a:defRPr>
            </a:pPr>
            <a:r>
              <a:rPr sz="1500" b="1">
                <a:solidFill>
                  <a:srgbClr val="2488F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5C67B-B004-4287-829D-308E5FAA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172450"/>
            <a:ext cx="4953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A3A4A-8B0B-4C6F-BF4E-5C6ED490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2962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Iniciar expedientes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5F0B4-BCDE-4705-AC41-5EB0AB3D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333750" cy="39052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e6b537c524de7"/>
          <a:stretch xmlns:a="http://schemas.openxmlformats.org/drawingml/2006/main"/>
        </p:blipFill>
        <p:spPr>
          <a:xfrm xmlns:a="http://schemas.openxmlformats.org/drawingml/2006/main">
            <a:off x="7477125" y="5454757"/>
            <a:ext cx="2857500" cy="1949236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9299E-939C-4DC9-8119-C8478736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810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Tiempo que podría</a:t>
            </a:r>
          </a:p>
          <a:p xmlns:a="http://schemas.openxmlformats.org/drawingml/2006/main">
            <a:pPr algn="ctr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estar dedicado a la profesión.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B39B1-760F-40B2-A427-5DF681DF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44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AFTERCODE  /  LEGALI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CB611-9530-4069-898C-C0C84AAF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744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1067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DBC9E-37F6-4EDD-B0BF-DDB542E2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4DFF"/>
                </a:solidFill>
              </a:defRPr>
            </a:pPr>
            <a:r>
              <a:rPr sz="1350" b="1">
                <a:solidFill>
                  <a:srgbClr val="7C4DFF"/>
                </a:solidFill>
              </a:rPr>
              <a:t>EL PUNTO DE 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5D036-DF19-4B7C-BF10-7D6E1469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Hace aproximadamente</a:t>
            </a:r>
          </a:p>
          <a:p xmlns:a="http://schemas.openxmlformats.org/drawingml/2006/main"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un año, una conversación</a:t>
            </a:r>
          </a:p>
          <a:p xmlns:a="http://schemas.openxmlformats.org/drawingml/2006/main"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nos mostró el problema.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2CA6E-F84B-4F23-B809-A3BCE767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6429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B7280"/>
                </a:solidFill>
              </a:defRPr>
            </a:pPr>
            <a:r>
              <a:rPr sz="2025" b="0">
                <a:solidFill>
                  <a:srgbClr val="6B7280"/>
                </a:solidFill>
              </a:rPr>
              <a:t>Una Oficial de Justicia nos contó</a:t>
            </a:r>
          </a:p>
          <a:p xmlns:a="http://schemas.openxmlformats.org/drawingml/2006/main">
            <a:pPr algn="l">
              <a:defRPr sz="2025" b="0">
                <a:solidFill>
                  <a:srgbClr val="6B7280"/>
                </a:solidFill>
              </a:defRPr>
            </a:pPr>
            <a:r>
              <a:rPr sz="2025" b="0">
                <a:solidFill>
                  <a:srgbClr val="6B7280"/>
                </a:solidFill>
              </a:rPr>
              <a:t>cuánto tiempo se perdía en tareas repetitivas.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328C4-3EEC-430C-AFDE-13B7F168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61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74DC1-127B-4151-A614-E4DDDF55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De esa conversación nació Legali,</a:t>
            </a:r>
          </a:p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uno de los primeros productos propios de Aftercode.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42965-506F-4686-AD03-66149898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38250"/>
            <a:ext cx="3333750" cy="68580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5d7e011e24a70"/>
          <a:stretch xmlns:a="http://schemas.openxmlformats.org/drawingml/2006/main"/>
        </p:blipFill>
        <p:spPr>
          <a:xfrm xmlns:a="http://schemas.openxmlformats.org/drawingml/2006/main">
            <a:off x="7524750" y="3310204"/>
            <a:ext cx="2952750" cy="2428342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A7B3D-14C6-4ECB-910A-24986A7C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667625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Una herramienta pensada</a:t>
            </a:r>
          </a:p>
          <a:p xmlns:a="http://schemas.openxmlformats.org/drawingml/2006/main">
            <a:pPr algn="ctr"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para el trabajo real.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B003A-BF03-4A6B-B7EF-134901D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44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AFTERCODE  /  LEGALI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C8A79-6393-4BAD-BC2C-BDC4F81F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744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129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1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27314-7AB2-4ED6-8679-F6F0DB2A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B7FF"/>
                </a:solidFill>
              </a:defRPr>
            </a:pPr>
            <a:r>
              <a:rPr sz="1350" b="1">
                <a:solidFill>
                  <a:srgbClr val="7DB7FF"/>
                </a:solidFill>
              </a:rPr>
              <a:t>EL IMPACTO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32635-DC84-4DE2-9F4A-9AD9510F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Legali devuelve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tiempo.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65604-180C-49DA-BA0D-94C26D38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2F2"/>
                </a:solidFill>
              </a:defRPr>
            </a:pPr>
            <a:r>
              <a:rPr sz="2025" b="0">
                <a:solidFill>
                  <a:srgbClr val="D9E2F2"/>
                </a:solidFill>
              </a:rPr>
              <a:t>Hoy ahorra el 85% del tiempo</a:t>
            </a:r>
          </a:p>
          <a:p xmlns:a="http://schemas.openxmlformats.org/drawingml/2006/main">
            <a:pPr algn="l">
              <a:defRPr sz="2025" b="0">
                <a:solidFill>
                  <a:srgbClr val="D9E2F2"/>
                </a:solidFill>
              </a:defRPr>
            </a:pPr>
            <a:r>
              <a:rPr sz="2025" b="0">
                <a:solidFill>
                  <a:srgbClr val="D9E2F2"/>
                </a:solidFill>
              </a:rPr>
              <a:t>que antes llevaban esas tareas repetitivas.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820EB-2DA9-4C32-856F-FB1DC049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857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C2432"/>
          </a:solidFill>
          <a:ln xmlns:a="http://schemas.openxmlformats.org/drawingml/2006/main" w="9525">
            <a:solidFill>
              <a:srgbClr val="3A46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7FA77-1CA4-4209-BEDD-9C5E3BF7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959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7DB7FF"/>
                </a:solidFill>
              </a:defRPr>
            </a:pPr>
            <a:r>
              <a:rPr sz="6150" b="1">
                <a:solidFill>
                  <a:srgbClr val="7DB7FF"/>
                </a:solidFill>
              </a:rPr>
              <a:t>85%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62ADA-7B8C-49E8-9B0E-1083F26B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3246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menos tiempo en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tareas repetitivas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72AA9-1392-4797-A324-BB19F560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0"/>
            <a:ext cx="4857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C2432"/>
          </a:solidFill>
          <a:ln xmlns:a="http://schemas.openxmlformats.org/drawingml/2006/main" w="9525">
            <a:solidFill>
              <a:srgbClr val="3A46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1920D-20DF-4C55-B992-EF241C9F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867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5A9B"/>
                </a:solidFill>
              </a:defRPr>
            </a:pPr>
            <a:r>
              <a:rPr sz="3900" b="1">
                <a:solidFill>
                  <a:srgbClr val="F45A9B"/>
                </a:solidFill>
              </a:rPr>
              <a:t>+10.000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16E4E-0487-4648-BC4A-91AF4BF3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496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boletas ya procesadas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E88FC-2EEE-4E2D-8B57-3DA6798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3905250" cy="6953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35535380c442a"/>
          <a:stretch xmlns:a="http://schemas.openxmlformats.org/drawingml/2006/main"/>
        </p:blipFill>
        <p:spPr>
          <a:xfrm xmlns:a="http://schemas.openxmlformats.org/drawingml/2006/main">
            <a:off x="7000875" y="3429373"/>
            <a:ext cx="3429000" cy="1904254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519CA-D238-40D9-8F39-8439C4F3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1437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114"/>
                </a:solidFill>
              </a:defRPr>
            </a:pPr>
            <a:r>
              <a:rPr sz="2100" b="1">
                <a:solidFill>
                  <a:srgbClr val="101114"/>
                </a:solidFill>
              </a:rPr>
              <a:t>Y seguimos contando.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7120B-9947-43B8-AE71-F98D3061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44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AFTERCODE  /  LEGALI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F3BAF-21D3-4334-846B-FB19CB98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744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773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3595F-A6FA-42F2-ADDE-1EC71294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0078"/>
                </a:solidFill>
              </a:defRPr>
            </a:pPr>
            <a:r>
              <a:rPr sz="1350" b="1">
                <a:solidFill>
                  <a:srgbClr val="E60078"/>
                </a:solidFill>
              </a:rPr>
              <a:t>EL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F856D-D7E3-4149-8ACE-0DFB2C7F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04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Ese es el objetivo que buscamos</a:t>
            </a:r>
          </a:p>
          <a:p xmlns:a="http://schemas.openxmlformats.org/drawingml/2006/main"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en cada desarrollo: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301C9-F242-445A-B448-A5277267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001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41102-CBB5-4149-8F3C-BFA60DCF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895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7C4DFF"/>
                </a:solidFill>
              </a:defRPr>
            </a:pPr>
            <a:r>
              <a:rPr sz="3150" b="1">
                <a:solidFill>
                  <a:srgbClr val="7C4DFF"/>
                </a:solidFill>
              </a:rPr>
              <a:t>devolverles tiempo a las personas</a:t>
            </a:r>
          </a:p>
          <a:p xmlns:a="http://schemas.openxmlformats.org/drawingml/2006/main">
            <a:pPr algn="ctr">
              <a:defRPr sz="3150" b="1">
                <a:solidFill>
                  <a:srgbClr val="7C4DFF"/>
                </a:solidFill>
              </a:defRPr>
            </a:pPr>
            <a:r>
              <a:rPr sz="3150" b="1">
                <a:solidFill>
                  <a:srgbClr val="7C4DFF"/>
                </a:solidFill>
              </a:rPr>
              <a:t>para que puedan enfocarse en</a:t>
            </a:r>
          </a:p>
          <a:p xmlns:a="http://schemas.openxmlformats.org/drawingml/2006/main">
            <a:pPr algn="ctr">
              <a:defRPr sz="3150" b="1">
                <a:solidFill>
                  <a:srgbClr val="7C4DFF"/>
                </a:solidFill>
              </a:defRPr>
            </a:pPr>
            <a:r>
              <a:rPr sz="3150" b="1">
                <a:solidFill>
                  <a:srgbClr val="7C4DFF"/>
                </a:solidFill>
              </a:rPr>
              <a:t>lo que realmente importa.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499B3-1844-46B2-8B7F-D9034D28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200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B7280"/>
                </a:solidFill>
              </a:defRPr>
            </a:pPr>
            <a:r>
              <a:rPr sz="2025" b="0">
                <a:solidFill>
                  <a:srgbClr val="6B7280"/>
                </a:solidFill>
              </a:rPr>
              <a:t>El mejor software empieza escuchando a quienes viven el problema.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B3B10-9F9D-4D13-B63C-53431114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58250"/>
            <a:ext cx="2476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F000A-B0EB-4158-BF2B-1A93EBE8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583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Aftercode  /  Legali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B6244-18A6-4F7D-A136-277344D7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44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AFTERCODE  /  LEGALI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0C95B-E755-4D30-9829-14E453CC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744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5610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2026-08-05T13:53:09.0710000Z</dcterms:created>
  <dcterms:modified xsi:type="dcterms:W3CDTF">2026-08-05T13:53:09.0710000Z</dcterms:modified>
</coreProperties>
</file>